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9D6E8"/>
                </a:solidFill>
                <a:latin typeface="Calibri"/>
              </a:rPr>
              <a:t>INT4418 Big Data · Nhóm 7 · AI4Math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Proof-Search Analytics</a:t>
            </a:r>
          </a:p>
          <a:p>
            <a:pPr>
              <a:spcAft>
                <a:spcPts val="80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Trace lake cho tìm kiếm chứng minh Lean 4: phân tích, dự đoán tactic, cắt nhánh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9D6E8"/>
                </a:solidFill>
                <a:latin typeface="Calibri"/>
              </a:rPr>
              <a:t>[Họ tên 1] · [Họ tên 2] · [Họ tên 3] · [Họ tên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Tóm tắt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Kết quả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560320" cy="23774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C0392B"/>
                </a:solidFill>
                <a:latin typeface="Calibri"/>
              </a:rPr>
              <a:t>−33%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states expanded ở τ = 0.01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(live Lean, budget 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560320" cy="23774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1F3A5F"/>
                </a:solidFill>
                <a:latin typeface="Calibri"/>
              </a:rPr>
              <a:t>0.32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proof rate giữ nguyên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(baseline 0.32)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560320" cy="23774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1F3A5F"/>
                </a:solidFill>
                <a:latin typeface="Calibri"/>
              </a:rPr>
              <a:t>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top-1 tactic TF-IDF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(most-frequent 0.20)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828800"/>
            <a:ext cx="2560320" cy="23774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1F3A5F"/>
                </a:solidFill>
                <a:latin typeface="Calibri"/>
              </a:rPr>
              <a:t>10.7M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event tổng hợp bằng Spark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(lake nhân bản lớn nhất)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Cùng 100 bài miniF2F, cùng budget, cùng máy với baseline no-pruning. Từ τ = 0.02 proof rate bắt đầu giảm → không dùng.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1 · 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Bài toán và câu hỏi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• Prover thử nhiều tactic tại mỗi proof state; phần lớn thất bại, mỗi lần thử tốn một lời gọi Lean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• Dữ liệu (state, tactic, kết quả, thời gian) tăng theo định lý × nhánh → cần pipeline dữ liệu lớn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555B66"/>
                </a:solidFill>
                <a:latin typeface="Calibri"/>
              </a:rPr>
              <a:t>• RQ1: đặc trưng proof state dự đoán tactic tiếp theo tốt đến đâu (top-k, theo domain)?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555B66"/>
                </a:solidFill>
                <a:latin typeface="Calibri"/>
              </a:rPr>
              <a:t>• RQ2: pruning giảm bao nhiêu states expanded trước khi proof rate giảm?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• Primary metrics: proof success rate (chất lượng) · states expanded / bài (chi phí)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2 ·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Kiến trúc 7 khối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417320" cy="1188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Trace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collector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1828800"/>
            <a:ext cx="1417320" cy="1188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0116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Event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1828800"/>
            <a:ext cx="1417320" cy="11887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3904" y="20116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Parquet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31536" y="1828800"/>
            <a:ext cx="1417320" cy="11887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20116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Spark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9168" y="1828800"/>
            <a:ext cx="1417320" cy="1188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20116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828800"/>
            <a:ext cx="1417320" cy="1188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0116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Predictor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/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14432" y="1828800"/>
            <a:ext cx="1417320" cy="1188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4432" y="20116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Replay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/ 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Nguồn: LeanDojo Benchmark 4 (213K bước, 98K định lý) + trace tự sinh trên miniF2F qua LeanInteract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Một lake duy nhất, partition source / budget_id, zstd, manifest sha256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Mỗi run ghi log Phụ lục B (git commit, data version, máy, phần mềm, seed, budget) → runs.jsonl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Mọi hình/bảng sinh bằng script từ results/raw; chạy hoàn toàn trong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2 ·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Event schema v0.1.0 và trace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Nhóm cột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Cột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Định danh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schema_version, source, run_id, data_version, split, theorem_id, domain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Cây tìm kiếm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step_idx, parent_step_idx, depth, state_before, state_after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Hành động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tactic, tactic_rank, score, outcome, elapsed_ms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Budget &amp;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budget_id, max_calls, timeout_s, max_depth, policy, 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Grain = 1 lần thử tactic · khóa (run_id, theorem_id, step_idx) · parent_step_idx dựng lại cây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Mỗi event mang budget của nó → không thể so sánh nhầm hai run khác budget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694 MB JSON → ~18 MB Parquet; nhóm khác đọc bằng pandas/Spark + kiểm manifest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E1 · Spark scale: phẳng ở dữ liệu thật, tuyến tính khi nhân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scale_aggre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Dữ liệu thật: 19–23 s từ 476 đến 213,067 event → chi phí cố định lấn át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×10: 2.1M event, 45 s, 47K event/s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×50: 10.7M event, 133 s, 80K event/s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Median 3 lần, thanh = min–max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Nhân bản chỉ để đo runtime, không dùng cho chất lượng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Spark: join nào gây shuffle?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Đọc lake: partition pruning (source=benchmark) + column pruning (13 cột, bỏ text state)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Lọc theo tập định lý: broadcast join – bảng keep nhỏ gửi tới mọi executor, không shuffle bảng lớn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transitions: self-join cha → con; phía cha nhỏ → BroadcastHashJoin, cả hai lớn → Exchange + SortMergeJoin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position: Window lag theo (run_id, theorem_id) → shuffle theo khóa phân vùng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Plan đầy đủ: results/raw/spark_plans/&lt;mức&gt;/&lt;bảng&gt;.txt (aggregate --explain)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Spark trên trace search: chi phí nằm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search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498079" cy="2999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• Error chiếm 74% lời gọi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• norm_num: 94% lời gọi trả về state đã gặp (no-op)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• ring: 75% lời gọi trả về state đã gặp (no-op)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• Mỗi state thử ~13 tactic, chỉ ~0.9 con mới → cây hẹp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• exact? 5.5 s/lời gọi, decide 5 ms → budget tính bằng giây Lean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E2 · Dự đoán tactic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predictor_to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Top-1: 0.203 → 0.301 (+48%)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Top-10: 0.724 → 0.851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Test 4,221 bước, split theo định lý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Bỏ bigram: top-1 chỉ giảm 0.015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Chi phí train: 242 s vs 0.6 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E3 · Tăng budget không chứng minh thêm bài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0972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Run (100 bài miniF2F)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Lần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Proof rate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States / bài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Wall s / bài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Baseline 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0.32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25.7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16.1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Baseline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46.5 [44.5–46.5]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26.7 [22.3–36.6]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Baseline 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0.32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76.7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B66"/>
                          </a:solidFill>
                        </a:rPr>
                        <a:t>32.8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Chi phí tăng ~3× từ S lên L, proof rate đứng yên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Giới hạn chất lượng nằm ở không gian hành động (14 tactic cố định, không tham số)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B66"/>
                </a:solidFill>
                <a:latin typeface="Calibri"/>
              </a:rPr>
              <a:t>• Chi phí nằm ở các nhánh vô ích → chỗ để pruning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E4 · Pruning: τ = 0.01 cắt 33% chi phí, không mất bài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pareto_20261019-135336-repl-baseline-M-3c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Baseline M: 0.32 · 46.5 states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τ=0.005 live: 0.32 · 39.8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τ=0.01 live: 0.32 · 31.2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Replay τ=0.01 dự đoán 0.30 (unknown = thất bại → bảo thủ)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• Điểm gối: τ=0.02 → 0.25, τ=0.05 → 0.14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Vì sao τ cao làm mất bài?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proof tactic pruned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B66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Mọi bài mất đều do policy cắt đúng tactic trên đường chứng minh gốc (τ=0.05: rfl ×10, linarith ×6, norm_num ×2)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Mathlib: rw/simp/exact = 44% số bước; rfl 1.6%, linarith 0.3% → prior thấp, dưới ngưỡng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τ=0.01: replay mất 2 bài, live vẫn chứng minh bằng nlinarith (ngoài trace)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B66"/>
                </a:solidFill>
                <a:latin typeface="Calibri"/>
              </a:rPr>
              <a:t>• Hướng cải tiến: fine-tune predictor trên trace search của chính prover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4 · Thảo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Giới hạn và quyết định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Search live 100 bài (Lean ~20 s/bài); quy mô lớn ở analytics + lake nhân bản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Replay là ước lượng bảo thủ → τ cuối cùng kiểm chứng bằng chạy live, cùng budget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Deviation: LeanInteract thay LeanDojo cho search (không phải trace mathlib) – cùng schema, ghi rõ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Spark local[8] một node; kết quả scale = song song trong một máy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5B66"/>
                </a:solidFill>
                <a:latin typeface="Calibri"/>
              </a:rPr>
              <a:t>• Lỗi REPL timeout được phát hiện, sửa có test; 5 run cách ly kèm lý do, chạy lại toàn bộ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0392B"/>
                </a:solidFill>
                <a:latin typeface="Calibri"/>
              </a:rPr>
              <a:t>5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• make test → 27 test xanh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• Mở lake: pd.read_parquet(..., filters=[('source','=','search')]) → xem 1 cây tìm kiếm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• make aggregate-search → bảng tactic_stats, branching; mở Spark UI :4040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• make dashboard → http://localhost:8501 (5 tab)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555B66"/>
                </a:solidFill>
                <a:latin typeface="Calibri"/>
              </a:rPr>
              <a:t>• Pareto + bảng bài bị mất trong results/figures/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